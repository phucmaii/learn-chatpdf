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" y="1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i="1" dirty="0">
                <a:solidFill>
                  <a:srgbClr val="363636"/>
                </a:solidFill>
              </a:rPr>
              <a:t>Hello World From PPTXGenJSx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2025-06-29T13:24:41Z</dcterms:created>
  <dcterms:modified xsi:type="dcterms:W3CDTF">2025-06-29T13:24:41Z</dcterms:modified>
</cp:coreProperties>
</file>